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Verba 2026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Litoral Norte</c:v>
                </c:pt>
                <c:pt idx="1">
                  <c:v>Serra Gaucha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200.0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 do apresentador: confirmar ORQUIDEA CROMADA 47 com o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Campanha Verao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Praca principal: litoral norte</a:t>
            </a:r>
          </a:p>
          <a:p>
            <a:r>
              <a:t>Verba aprovada: 480 mil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Divisao por canal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Canal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Participacao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Digital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62 por cento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Radio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 por cento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Investimento por praca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